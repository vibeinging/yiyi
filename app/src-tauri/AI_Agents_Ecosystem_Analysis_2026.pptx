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AI智能体生态系统分析报告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28090"/>
                </a:solidFill>
              </a:defRPr>
            </a:pPr>
            <a:r>
              <a:t>2026年技术趋势与市场机遇</a:t>
            </a:r>
          </a:p>
          <a:p>
            <a:pPr>
              <a:defRPr sz="1800">
                <a:solidFill>
                  <a:srgbClr val="00A896"/>
                </a:solidFill>
              </a:defRPr>
            </a:pPr>
            <a:r>
              <a:t>研究员 | 分析师 | 撰稿人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28090"/>
                </a:solidFill>
              </a:defRPr>
            </a:pPr>
            <a:r>
              <a:t>研究员：AI技术最新发展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AI技术核心发展趋势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GPT-5.4发布：增强推理能力与指令遵循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多智能体系统：AI社交网络与协作生态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多模态AI集成：SAM Audio、3D视觉、SpeciesNet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企业AI转型：AI原生平台与领域特定模型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硬件基础设施：NVIDIA主导，边缘AI扩展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安全治理：预防性网络安全与数字溯源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科学应用：数学证明、环境监测、医疗保健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新兴挑战：基准过时、地缘分化、信任透明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28090"/>
                </a:solidFill>
              </a:defRPr>
            </a:pPr>
            <a:r>
              <a:t>分析师：市场趋势与机遇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2026年关键技术趋势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AI原生开发平台：统一AI工作流优化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多智能体系统：专业化与可解释性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领域特定语言模型：行业定制化解决方案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物理AI集成：数字孪生与现实世界交互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机密计算：数据隐私保护新标准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预防性网络安全：AI驱动威胁预测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数字溯源：生成内容真实性验证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地理归化：合规性驱动的分布式架构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行业特定洞察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半导体行业：地缘政治挑战与供应链韧性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云计算：AI优化专用服务竞争加剧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网络安全：攻防双方AI化转型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量子计算：混合算法实用化突破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边缘计算：实时决策与隐私保护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可持续技术：数字碳足迹优化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战略机遇与建议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AI专业化：垂直领域解决方案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信任安全：内置安全与合规设计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混合架构：云边端协同部署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开发者体验：降低采用门槛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地缘适应：多区域合规支持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28090"/>
                </a:solidFill>
              </a:defRPr>
            </a:pPr>
            <a:r>
              <a:t>撰稿人：综合报告与实施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智能体协作价值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三智能体协作模式：研究→分析→整合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全面能力覆盖：技术、市场、实施维度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专业文档输出：结构化报告生成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实时信息整合：多源数据融合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可操作洞察：具体实施建议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核心结论与展望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AI技术正从通用能力转向专业化应用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多智能体系统将成为主流架构模式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安全、隐私、合规是成功关键因素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垂直领域专业知识创造竞争优势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混合部署架构满足多样化需求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开发者体验决定技术采用速度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