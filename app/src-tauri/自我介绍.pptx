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自我介绍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Hello, Nice to Meet You!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基本信息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姓名：[你的姓名]</a:t>
            </a:r>
          </a:p>
          <a:p>
            <a:r>
              <a:t>年龄：[你的年龄]  </a:t>
            </a:r>
          </a:p>
          <a:p>
            <a:r>
              <a:t>联系方式：[邮箱/电话]</a:t>
            </a:r>
          </a:p>
          <a:p>
            <a:r>
              <a:t>所在地：[城市]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教育背景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[学校名称] - [专业]</a:t>
            </a:r>
          </a:p>
          <a:p>
            <a:r>
              <a:t>[学位] - [毕业时间]</a:t>
            </a:r>
          </a:p>
          <a:p/>
          <a:p>
            <a:r>
              <a:t>主要课程：[相关课程]</a:t>
            </a:r>
          </a:p>
          <a:p>
            <a:r>
              <a:t>学术成就：[奖项/荣誉]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工作经验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[公司名称] - [职位]</a:t>
            </a:r>
          </a:p>
          <a:p>
            <a:r>
              <a:t>[工作时间]</a:t>
            </a:r>
          </a:p>
          <a:p/>
          <a:p>
            <a:r>
              <a:t>• 主要职责和成就</a:t>
            </a:r>
          </a:p>
          <a:p>
            <a:r>
              <a:t>• 项目经验和成果  </a:t>
            </a:r>
          </a:p>
          <a:p>
            <a:r>
              <a:t>• 技能应用和提升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技能专长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技术技能：[编程语言/工具]</a:t>
            </a:r>
          </a:p>
          <a:p>
            <a:r>
              <a:t>软技能：[沟通/团队合作等]</a:t>
            </a:r>
          </a:p>
          <a:p>
            <a:r>
              <a:t>语言能力：[语言水平]</a:t>
            </a:r>
          </a:p>
          <a:p>
            <a:r>
              <a:t>其他专长：[特殊技能]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兴趣爱好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[兴趣1] - [简短描述]</a:t>
            </a:r>
          </a:p>
          <a:p>
            <a:r>
              <a:t>• [兴趣2] - [简短描述]</a:t>
            </a:r>
          </a:p>
          <a:p>
            <a:r>
              <a:t>• [兴趣3] - [简短描述]</a:t>
            </a:r>
          </a:p>
          <a:p/>
          <a:p>
            <a:r>
              <a:t>这些爱好让我...</a:t>
            </a:r>
          </a:p>
          <a:p>
            <a:r>
              <a:t>培养了...的能力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未来规划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短期目标：[1-2年计划]</a:t>
            </a:r>
          </a:p>
          <a:p>
            <a:r>
              <a:t>长期愿景：[3-5年规划]</a:t>
            </a:r>
          </a:p>
          <a:p/>
          <a:p>
            <a:r>
              <a:t>希望在...领域深入发展</a:t>
            </a:r>
          </a:p>
          <a:p>
            <a:r>
              <a:t>期待与...合作/学习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谢谢大家！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期待与您的交流</a:t>
            </a:r>
          </a:p>
          <a:p/>
          <a:p>
            <a:r>
              <a:t>联系方式：[邮箱/电话/微信]</a:t>
            </a:r>
          </a:p>
          <a:p>
            <a:r>
              <a:t>感谢您的关注！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